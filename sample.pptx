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64748B"/>
    <a:srgbClr val="0EA5A5"/>
    <a:srgbClr val="F3F4F6"/>
    <a:srgbClr val="111827"/>
    <a:srgbClr val="F9FAFB"/>
    <a:srgbClr val="FFF7ED"/>
    <a:srgbClr val="1F2937"/>
    <a:srgbClr val="22D3EE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26550E-8725-42F4-9D68-C06579ACE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912CE6-F11F-4736-B707-0E231EC4F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2950B3-EF43-43D7-891E-FEB16199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B262A-E04E-4895-B1DC-80A5C486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FA448-7A6C-4A3C-AA9D-E5E165D0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68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2F3D2A-5E33-4CE6-80BE-C2C33174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3FFCFD-F41E-44A0-AA16-D008623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D381F2-F799-4C63-A593-06DD7218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442F97-CD51-431D-A8B7-EF8F3530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922867-B13E-4F70-82CE-3A57CB91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57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9E25E-85EC-495A-80C1-602DAEA2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7F4C14-4919-4CAD-AEB6-0F33F8636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4DBA85-4F68-400A-9965-18D02124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10342E-41D6-4C93-B426-3603E6BD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B220BF-1181-487E-9501-557057A2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60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CDD832-9D89-452D-8423-B51B6B72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E33743-4752-4C18-A7F2-64611E576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86C620-83E2-4DF2-981C-7D712CA9C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90688-34CE-414D-9734-30CE2172B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2030D1-3F72-48E4-BF6C-01923280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40E4F7-239A-4F18-BF6F-C60B1691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89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EF766-DFCA-4A14-9BDB-F8DFAC9E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651019-8F3A-4FA1-B665-122FC7C72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21FC31-EE3F-4E42-8951-B86C0D18D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BA33BA-7796-4527-AB84-34234AE65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3451C7F-53AA-40D0-9B07-27DC99C61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6E3C96E-DB22-4C57-8795-310DDF29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F6668F-BFE9-4BB2-836E-DCD086FA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4C0C05C-42BE-40A4-858A-40A73EA2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AAFE63-9374-438B-B72A-0C2558E1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DCD4F6-7E43-4FA7-9E00-1D4791E5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17573F-42BC-4242-A419-FFEF19A2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08A98B8-3AD0-41DC-8B03-F1675B86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30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4CA6518-F164-4B63-A054-2E044DEA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073E4A-8287-4E77-8C6A-58B2A641E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59D305-7242-41AB-87B7-D5B7A4CD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23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4C8619-ABD8-4537-990C-0EE956A0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E1DDEA-FD77-4A0C-B19E-7F4952270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6EB810-6689-4D64-A39A-86F91A23C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D5B085-604C-4F88-B5E4-2E1C11EFF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8B2822-F9DA-4C13-B62A-846912275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313335-4F90-4781-90F6-F9AB7044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172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E54283-E370-4809-923D-A354275D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BA7D9B-742C-49A5-B957-8BC189D75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A064BE-D25A-4ADC-A018-768628CC4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9CC891-0BBC-4C6C-8D82-7A868704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EFB50C-5476-4C0E-9D6C-2DC0D43B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4B9B87-A19F-4AE5-A1F1-A2B8BD6C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14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742F8E-CC93-482D-9E6E-9FA1A920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8AED13-42B2-4E24-A40B-658D57B4E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F37A1B-CD64-4361-9427-1BA7AE10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CF76E1-E4CB-4575-B06B-3A794EAF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D78A91-9FEC-431A-A1AC-2C5AD6D8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22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18C6EC5-C1B9-4D58-B37D-8A5B77F04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6F88C1-60BC-4E1A-AB7C-9A0B992E1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41625B-8ADD-4C96-875D-B842392D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CA63EE-B8F9-4302-B9C6-472FE501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B8F627-8B57-4D47-83DB-D02786E7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91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B33E9FD-124E-41A3-BC37-7085384B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A44774-DD71-408F-932F-DF1DCD142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527AC2-6B30-4CE5-9D0D-BA8104F09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4CEB7-1FFD-4405-98AF-1DAF0CFE524A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DB528E-531F-4F2F-B3F5-60D8BF328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17A7C0-5875-4489-873C-CDB044413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554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C0308059-B006-45C9-ABDE-FC5CBD39CAC3}"/>
              </a:ext>
            </a:extLst>
          </p:cNvPr>
          <p:cNvSpPr/>
          <p:nvPr/>
        </p:nvSpPr>
        <p:spPr>
          <a:xfrm>
            <a:off x="1915689" y="1439869"/>
            <a:ext cx="1630197" cy="16301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AA5E68-BF1F-4FE8-8D8D-5D07B680AA53}"/>
              </a:ext>
            </a:extLst>
          </p:cNvPr>
          <p:cNvSpPr/>
          <p:nvPr/>
        </p:nvSpPr>
        <p:spPr>
          <a:xfrm>
            <a:off x="1683986" y="347555"/>
            <a:ext cx="4092043" cy="2987316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47CF87-82E0-4760-A147-E46B176CE96A}"/>
              </a:ext>
            </a:extLst>
          </p:cNvPr>
          <p:cNvSpPr txBox="1"/>
          <p:nvPr/>
        </p:nvSpPr>
        <p:spPr>
          <a:xfrm>
            <a:off x="2867326" y="3577896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filename=fig1.pdf</a:t>
            </a:r>
            <a:endParaRPr kumimoji="1" lang="ja-JP" altLang="en-US" dirty="0"/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35D257F9-5F38-4799-AD91-C0437A5195CA}"/>
              </a:ext>
            </a:extLst>
          </p:cNvPr>
          <p:cNvSpPr/>
          <p:nvPr/>
        </p:nvSpPr>
        <p:spPr>
          <a:xfrm>
            <a:off x="4429254" y="1518483"/>
            <a:ext cx="947501" cy="125781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37790B-75CD-4DCD-919D-D8A4DD1A7F70}"/>
              </a:ext>
            </a:extLst>
          </p:cNvPr>
          <p:cNvSpPr txBox="1"/>
          <p:nvPr/>
        </p:nvSpPr>
        <p:spPr>
          <a:xfrm>
            <a:off x="2350132" y="662009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abcdef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D15226-5411-40CB-9195-D8C1C2F828B6}"/>
              </a:ext>
            </a:extLst>
          </p:cNvPr>
          <p:cNvSpPr txBox="1"/>
          <p:nvPr/>
        </p:nvSpPr>
        <p:spPr>
          <a:xfrm>
            <a:off x="3730007" y="662009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 err="1">
                <a:solidFill>
                  <a:srgbClr val="FF0000"/>
                </a:solidFill>
              </a:rPr>
              <a:t>abcdef</a:t>
            </a:r>
            <a:endParaRPr kumimoji="1" lang="ja-JP" alt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C0308059-B006-45C9-ABDE-FC5CBD39CAC3}"/>
              </a:ext>
            </a:extLst>
          </p:cNvPr>
          <p:cNvSpPr/>
          <p:nvPr/>
        </p:nvSpPr>
        <p:spPr>
          <a:xfrm>
            <a:off x="2817676" y="922675"/>
            <a:ext cx="1630197" cy="16301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47CF87-82E0-4760-A147-E46B176CE96A}"/>
              </a:ext>
            </a:extLst>
          </p:cNvPr>
          <p:cNvSpPr txBox="1"/>
          <p:nvPr/>
        </p:nvSpPr>
        <p:spPr>
          <a:xfrm>
            <a:off x="5817404" y="143987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filename=</a:t>
            </a:r>
            <a:r>
              <a:rPr kumimoji="1" lang="en-US" altLang="ja-JP"/>
              <a:t>figure.png</a:t>
            </a:r>
            <a:endParaRPr kumimoji="1" lang="ja-JP" altLang="en-US" dirty="0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16B8D304-FCFF-49C7-9C02-6511D52E3926}"/>
              </a:ext>
            </a:extLst>
          </p:cNvPr>
          <p:cNvSpPr/>
          <p:nvPr/>
        </p:nvSpPr>
        <p:spPr>
          <a:xfrm>
            <a:off x="5190564" y="2265313"/>
            <a:ext cx="947501" cy="125781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AA5E68-BF1F-4FE8-8D8D-5D07B680AA53}"/>
              </a:ext>
            </a:extLst>
          </p:cNvPr>
          <p:cNvSpPr/>
          <p:nvPr/>
        </p:nvSpPr>
        <p:spPr>
          <a:xfrm>
            <a:off x="3634003" y="542741"/>
            <a:ext cx="2142026" cy="2792130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38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AA5E68-BF1F-4FE8-8D8D-5D07B680AA53}"/>
              </a:ext>
            </a:extLst>
          </p:cNvPr>
          <p:cNvSpPr/>
          <p:nvPr/>
        </p:nvSpPr>
        <p:spPr>
          <a:xfrm>
            <a:off x="1327355" y="542741"/>
            <a:ext cx="4448674" cy="2001856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47CF87-82E0-4760-A147-E46B176CE96A}"/>
              </a:ext>
            </a:extLst>
          </p:cNvPr>
          <p:cNvSpPr txBox="1"/>
          <p:nvPr/>
        </p:nvSpPr>
        <p:spPr>
          <a:xfrm>
            <a:off x="2640246" y="238888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filename=fig3-1.svg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6ADB34-743D-41AA-932A-0C8E1AE14CB7}"/>
              </a:ext>
            </a:extLst>
          </p:cNvPr>
          <p:cNvSpPr txBox="1"/>
          <p:nvPr/>
        </p:nvSpPr>
        <p:spPr>
          <a:xfrm>
            <a:off x="2565632" y="1669739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abc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D5250C-A0A3-4054-83F4-A515FFA5AC47}"/>
              </a:ext>
            </a:extLst>
          </p:cNvPr>
          <p:cNvSpPr txBox="1"/>
          <p:nvPr/>
        </p:nvSpPr>
        <p:spPr>
          <a:xfrm>
            <a:off x="2439421" y="21160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日本語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372F75D-5D7B-4005-93BB-8FE9A411B92D}"/>
                  </a:ext>
                </a:extLst>
              </p:cNvPr>
              <p:cNvSpPr txBox="1"/>
              <p:nvPr/>
            </p:nvSpPr>
            <p:spPr>
              <a:xfrm>
                <a:off x="2341105" y="717784"/>
                <a:ext cx="1840312" cy="612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372F75D-5D7B-4005-93BB-8FE9A411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105" y="717784"/>
                <a:ext cx="1840312" cy="612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C2E1159-0992-4B94-945A-1D9969D54F9B}"/>
              </a:ext>
            </a:extLst>
          </p:cNvPr>
          <p:cNvSpPr/>
          <p:nvPr/>
        </p:nvSpPr>
        <p:spPr>
          <a:xfrm>
            <a:off x="6415971" y="308555"/>
            <a:ext cx="4448674" cy="2792130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E56E2500-1489-44FC-9AB7-54CC7DB28905}"/>
              </a:ext>
            </a:extLst>
          </p:cNvPr>
          <p:cNvSpPr/>
          <p:nvPr/>
        </p:nvSpPr>
        <p:spPr>
          <a:xfrm>
            <a:off x="6963381" y="608220"/>
            <a:ext cx="1008789" cy="88373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CF7537-A61B-40D2-BBD3-FCBDC7FF2088}"/>
              </a:ext>
            </a:extLst>
          </p:cNvPr>
          <p:cNvSpPr txBox="1"/>
          <p:nvPr/>
        </p:nvSpPr>
        <p:spPr>
          <a:xfrm>
            <a:off x="6652423" y="2544597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filename=</a:t>
            </a:r>
            <a:r>
              <a:rPr kumimoji="1" lang="en-US" altLang="ja-JP"/>
              <a:t>fig3-2.png</a:t>
            </a:r>
            <a:endParaRPr kumimoji="1" lang="ja-JP" altLang="en-US" dirty="0"/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A8B6B8CA-9EBF-45BE-8C61-121E2C41F222}"/>
              </a:ext>
            </a:extLst>
          </p:cNvPr>
          <p:cNvSpPr/>
          <p:nvPr/>
        </p:nvSpPr>
        <p:spPr>
          <a:xfrm>
            <a:off x="8204648" y="1232320"/>
            <a:ext cx="1008789" cy="88373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3AB8E87A-67C8-429E-84F0-2B67A1A5334D}"/>
              </a:ext>
            </a:extLst>
          </p:cNvPr>
          <p:cNvSpPr/>
          <p:nvPr/>
        </p:nvSpPr>
        <p:spPr>
          <a:xfrm>
            <a:off x="9499703" y="1952255"/>
            <a:ext cx="1008789" cy="88373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CA25B3F-6CDA-4BD7-85E7-8AFEE126C6F8}"/>
              </a:ext>
            </a:extLst>
          </p:cNvPr>
          <p:cNvSpPr txBox="1"/>
          <p:nvPr/>
        </p:nvSpPr>
        <p:spPr>
          <a:xfrm>
            <a:off x="3898326" y="1582923"/>
            <a:ext cx="648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Arial Black" panose="020B0A04020102020204" pitchFamily="34" charset="0"/>
              </a:rPr>
              <a:t>abc</a:t>
            </a:r>
            <a:endParaRPr kumimoji="1" lang="ja-JP" alt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684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28</Words>
  <Application>Microsoft Office PowerPoint</Application>
  <PresentationFormat>ワイド画面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游ゴシック</vt:lpstr>
      <vt:lpstr>游ゴシック Light</vt:lpstr>
      <vt:lpstr>Arial</vt:lpstr>
      <vt:lpstr>Arial Black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Yasuaki Ito</dc:creator>
  <cp:lastModifiedBy>Yasuaki Ito</cp:lastModifiedBy>
  <cp:revision>26</cp:revision>
  <dcterms:created xsi:type="dcterms:W3CDTF">2026-01-28T00:20:47Z</dcterms:created>
  <dcterms:modified xsi:type="dcterms:W3CDTF">2026-01-29T04:24:14Z</dcterms:modified>
</cp:coreProperties>
</file>