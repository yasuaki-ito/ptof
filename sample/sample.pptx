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4748B"/>
    <a:srgbClr val="0EA5A5"/>
    <a:srgbClr val="F3F4F6"/>
    <a:srgbClr val="111827"/>
    <a:srgbClr val="F9FAFB"/>
    <a:srgbClr val="FFF7ED"/>
    <a:srgbClr val="1F2937"/>
    <a:srgbClr val="22D3EE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26550E-8725-42F4-9D68-C06579ACE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912CE6-F11F-4736-B707-0E231EC4F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2950B3-EF43-43D7-891E-FEB16199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B262A-E04E-4895-B1DC-80A5C486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FA448-7A6C-4A3C-AA9D-E5E165D0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68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2F3D2A-5E33-4CE6-80BE-C2C33174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FFCFD-F41E-44A0-AA16-D008623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381F2-F799-4C63-A593-06DD7218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42F97-CD51-431D-A8B7-EF8F3530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922867-B13E-4F70-82CE-3A57CB91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57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9E25E-85EC-495A-80C1-602DAEA2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7F4C14-4919-4CAD-AEB6-0F33F863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4DBA85-4F68-400A-9965-18D02124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0342E-41D6-4C93-B426-3603E6BD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B220BF-1181-487E-9501-557057A2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60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DD832-9D89-452D-8423-B51B6B72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E33743-4752-4C18-A7F2-64611E576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86C620-83E2-4DF2-981C-7D712CA9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90688-34CE-414D-9734-30CE2172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2030D1-3F72-48E4-BF6C-01923280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40E4F7-239A-4F18-BF6F-C60B1691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89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EF766-DFCA-4A14-9BDB-F8DFAC9E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651019-8F3A-4FA1-B665-122FC7C7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21FC31-EE3F-4E42-8951-B86C0D18D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BA33BA-7796-4527-AB84-34234AE65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3451C7F-53AA-40D0-9B07-27DC99C61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E3C96E-DB22-4C57-8795-310DDF29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F6668F-BFE9-4BB2-836E-DCD086FA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4C0C05C-42BE-40A4-858A-40A73EA2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AFE63-9374-438B-B72A-0C2558E1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DCD4F6-7E43-4FA7-9E00-1D4791E5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17573F-42BC-4242-A419-FFEF19A2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08A98B8-3AD0-41DC-8B03-F1675B86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30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CA6518-F164-4B63-A054-2E044DEA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073E4A-8287-4E77-8C6A-58B2A641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59D305-7242-41AB-87B7-D5B7A4CD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23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C8619-ABD8-4537-990C-0EE956A0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E1DDEA-FD77-4A0C-B19E-7F4952270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6EB810-6689-4D64-A39A-86F91A23C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D5B085-604C-4F88-B5E4-2E1C11EF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8B2822-F9DA-4C13-B62A-84691227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313335-4F90-4781-90F6-F9AB704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72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E54283-E370-4809-923D-A354275D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BA7D9B-742C-49A5-B957-8BC189D75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A064BE-D25A-4ADC-A018-768628CC4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9CC891-0BBC-4C6C-8D82-7A868704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EFB50C-5476-4C0E-9D6C-2DC0D43B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4B9B87-A19F-4AE5-A1F1-A2B8BD6C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14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742F8E-CC93-482D-9E6E-9FA1A920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8AED13-42B2-4E24-A40B-658D57B4E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F37A1B-CD64-4361-9427-1BA7AE1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CF76E1-E4CB-4575-B06B-3A794EAF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D78A91-9FEC-431A-A1AC-2C5AD6D8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22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8C6EC5-C1B9-4D58-B37D-8A5B77F04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6F88C1-60BC-4E1A-AB7C-9A0B992E1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1625B-8ADD-4C96-875D-B842392D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CA63EE-B8F9-4302-B9C6-472FE501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B8F627-8B57-4D47-83DB-D02786E7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91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33E9FD-124E-41A3-BC37-7085384B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A44774-DD71-408F-932F-DF1DCD142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527AC2-6B30-4CE5-9D0D-BA8104F09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4CEB7-1FFD-4405-98AF-1DAF0CFE524A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B528E-531F-4F2F-B3F5-60D8BF328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17A7C0-5875-4489-873C-CDB044413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96E22-FE7B-4393-BB40-2408A4C3FE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54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C0308059-B006-45C9-ABDE-FC5CBD39CAC3}"/>
              </a:ext>
            </a:extLst>
          </p:cNvPr>
          <p:cNvSpPr/>
          <p:nvPr/>
        </p:nvSpPr>
        <p:spPr>
          <a:xfrm>
            <a:off x="1915689" y="1439869"/>
            <a:ext cx="1630197" cy="16301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1683986" y="347555"/>
            <a:ext cx="4092043" cy="2987316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2867326" y="3577896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filename=fig1.pdf</a:t>
            </a:r>
            <a:endParaRPr kumimoji="1" lang="ja-JP" altLang="en-US" dirty="0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5D257F9-5F38-4799-AD91-C0437A5195CA}"/>
              </a:ext>
            </a:extLst>
          </p:cNvPr>
          <p:cNvSpPr/>
          <p:nvPr/>
        </p:nvSpPr>
        <p:spPr>
          <a:xfrm>
            <a:off x="4429254" y="1518483"/>
            <a:ext cx="947501" cy="125781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37790B-75CD-4DCD-919D-D8A4DD1A7F70}"/>
              </a:ext>
            </a:extLst>
          </p:cNvPr>
          <p:cNvSpPr txBox="1"/>
          <p:nvPr/>
        </p:nvSpPr>
        <p:spPr>
          <a:xfrm>
            <a:off x="2350132" y="66200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abcdef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D15226-5411-40CB-9195-D8C1C2F828B6}"/>
              </a:ext>
            </a:extLst>
          </p:cNvPr>
          <p:cNvSpPr txBox="1"/>
          <p:nvPr/>
        </p:nvSpPr>
        <p:spPr>
          <a:xfrm>
            <a:off x="3730007" y="66200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 err="1">
                <a:solidFill>
                  <a:srgbClr val="FF0000"/>
                </a:solidFill>
              </a:rPr>
              <a:t>abcdef</a:t>
            </a:r>
            <a:endParaRPr kumimoji="1" lang="ja-JP" altLang="en-US" i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0868D6-8245-4300-949A-5D87AB431D11}"/>
              </a:ext>
            </a:extLst>
          </p:cNvPr>
          <p:cNvSpPr txBox="1"/>
          <p:nvPr/>
        </p:nvSpPr>
        <p:spPr>
          <a:xfrm>
            <a:off x="818758" y="4679467"/>
            <a:ext cx="9499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The clipping rectangle is cyan by default, but you can set it to any color.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The output format is determined by the file name extension.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If no file name is specified, a unique file name will be automatically assigned, and the output will be saved as a PDF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Any objects outside the clipping frame, such as shapes or text strings, will be ignored.</a:t>
            </a:r>
            <a:endParaRPr kumimoji="1" lang="ja-JP" altLang="en-US" dirty="0"/>
          </a:p>
        </p:txBody>
      </p:sp>
      <p:sp>
        <p:nvSpPr>
          <p:cNvPr id="11" name="五角形 10">
            <a:extLst>
              <a:ext uri="{FF2B5EF4-FFF2-40B4-BE49-F238E27FC236}">
                <a16:creationId xmlns:a16="http://schemas.microsoft.com/office/drawing/2014/main" id="{FEF3D300-5F3E-40FC-81E0-D71CA0880CE0}"/>
              </a:ext>
            </a:extLst>
          </p:cNvPr>
          <p:cNvSpPr/>
          <p:nvPr/>
        </p:nvSpPr>
        <p:spPr>
          <a:xfrm>
            <a:off x="6659397" y="1031341"/>
            <a:ext cx="1787504" cy="1702385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C0308059-B006-45C9-ABDE-FC5CBD39CAC3}"/>
              </a:ext>
            </a:extLst>
          </p:cNvPr>
          <p:cNvSpPr/>
          <p:nvPr/>
        </p:nvSpPr>
        <p:spPr>
          <a:xfrm>
            <a:off x="2817676" y="922675"/>
            <a:ext cx="1630197" cy="16301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5817404" y="143987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</a:t>
            </a:r>
            <a:r>
              <a:rPr kumimoji="1" lang="en-US" altLang="ja-JP"/>
              <a:t>figure.png</a:t>
            </a:r>
            <a:endParaRPr kumimoji="1" lang="ja-JP" altLang="en-US" dirty="0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16B8D304-FCFF-49C7-9C02-6511D52E3926}"/>
              </a:ext>
            </a:extLst>
          </p:cNvPr>
          <p:cNvSpPr/>
          <p:nvPr/>
        </p:nvSpPr>
        <p:spPr>
          <a:xfrm>
            <a:off x="5190564" y="2265313"/>
            <a:ext cx="947501" cy="125781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3634003" y="542741"/>
            <a:ext cx="2142026" cy="2792130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8E2BB1-1073-40E9-8BC2-3A1EBBC1DC2C}"/>
              </a:ext>
            </a:extLst>
          </p:cNvPr>
          <p:cNvSpPr txBox="1"/>
          <p:nvPr/>
        </p:nvSpPr>
        <p:spPr>
          <a:xfrm>
            <a:off x="1085481" y="4855169"/>
            <a:ext cx="806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Objects that span the clipping rectangle are clipped without protruding.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4138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AA5E68-BF1F-4FE8-8D8D-5D07B680AA53}"/>
              </a:ext>
            </a:extLst>
          </p:cNvPr>
          <p:cNvSpPr/>
          <p:nvPr/>
        </p:nvSpPr>
        <p:spPr>
          <a:xfrm>
            <a:off x="1327355" y="542741"/>
            <a:ext cx="4448674" cy="2001856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7CF87-82E0-4760-A147-E46B176CE96A}"/>
              </a:ext>
            </a:extLst>
          </p:cNvPr>
          <p:cNvSpPr txBox="1"/>
          <p:nvPr/>
        </p:nvSpPr>
        <p:spPr>
          <a:xfrm>
            <a:off x="2640246" y="238888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filename=fig3-1.svg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6ADB34-743D-41AA-932A-0C8E1AE14CB7}"/>
              </a:ext>
            </a:extLst>
          </p:cNvPr>
          <p:cNvSpPr txBox="1"/>
          <p:nvPr/>
        </p:nvSpPr>
        <p:spPr>
          <a:xfrm>
            <a:off x="2565632" y="166973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abc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D5250C-A0A3-4054-83F4-A515FFA5AC47}"/>
              </a:ext>
            </a:extLst>
          </p:cNvPr>
          <p:cNvSpPr txBox="1"/>
          <p:nvPr/>
        </p:nvSpPr>
        <p:spPr>
          <a:xfrm>
            <a:off x="2439421" y="21160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372F75D-5D7B-4005-93BB-8FE9A411B92D}"/>
                  </a:ext>
                </a:extLst>
              </p:cNvPr>
              <p:cNvSpPr txBox="1"/>
              <p:nvPr/>
            </p:nvSpPr>
            <p:spPr>
              <a:xfrm>
                <a:off x="2341105" y="717784"/>
                <a:ext cx="1840312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372F75D-5D7B-4005-93BB-8FE9A411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105" y="717784"/>
                <a:ext cx="1840312" cy="612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2E1159-0992-4B94-945A-1D9969D54F9B}"/>
              </a:ext>
            </a:extLst>
          </p:cNvPr>
          <p:cNvSpPr/>
          <p:nvPr/>
        </p:nvSpPr>
        <p:spPr>
          <a:xfrm>
            <a:off x="6415971" y="308555"/>
            <a:ext cx="4448674" cy="2792130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E56E2500-1489-44FC-9AB7-54CC7DB28905}"/>
              </a:ext>
            </a:extLst>
          </p:cNvPr>
          <p:cNvSpPr/>
          <p:nvPr/>
        </p:nvSpPr>
        <p:spPr>
          <a:xfrm>
            <a:off x="6963381" y="608220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CF7537-A61B-40D2-BBD3-FCBDC7FF2088}"/>
              </a:ext>
            </a:extLst>
          </p:cNvPr>
          <p:cNvSpPr txBox="1"/>
          <p:nvPr/>
        </p:nvSpPr>
        <p:spPr>
          <a:xfrm>
            <a:off x="6652423" y="2544597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filename=</a:t>
            </a:r>
            <a:r>
              <a:rPr kumimoji="1" lang="en-US" altLang="ja-JP"/>
              <a:t>fig3-2.png</a:t>
            </a:r>
            <a:endParaRPr kumimoji="1" lang="ja-JP" altLang="en-US" dirty="0"/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A8B6B8CA-9EBF-45BE-8C61-121E2C41F222}"/>
              </a:ext>
            </a:extLst>
          </p:cNvPr>
          <p:cNvSpPr/>
          <p:nvPr/>
        </p:nvSpPr>
        <p:spPr>
          <a:xfrm>
            <a:off x="8204648" y="1232320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3AB8E87A-67C8-429E-84F0-2B67A1A5334D}"/>
              </a:ext>
            </a:extLst>
          </p:cNvPr>
          <p:cNvSpPr/>
          <p:nvPr/>
        </p:nvSpPr>
        <p:spPr>
          <a:xfrm>
            <a:off x="9499703" y="1952255"/>
            <a:ext cx="1008789" cy="8837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CA25B3F-6CDA-4BD7-85E7-8AFEE126C6F8}"/>
              </a:ext>
            </a:extLst>
          </p:cNvPr>
          <p:cNvSpPr txBox="1"/>
          <p:nvPr/>
        </p:nvSpPr>
        <p:spPr>
          <a:xfrm>
            <a:off x="3898326" y="1582923"/>
            <a:ext cx="648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Arial Black" panose="020B0A04020102020204" pitchFamily="34" charset="0"/>
              </a:rPr>
              <a:t>abc</a:t>
            </a:r>
            <a:endParaRPr kumimoji="1" lang="ja-JP" altLang="en-US" dirty="0">
              <a:latin typeface="Arial Black" panose="020B0A040201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2ADE4C-696D-4E70-89DA-A773199594C8}"/>
              </a:ext>
            </a:extLst>
          </p:cNvPr>
          <p:cNvSpPr txBox="1"/>
          <p:nvPr/>
        </p:nvSpPr>
        <p:spPr>
          <a:xfrm>
            <a:off x="1443867" y="4813412"/>
            <a:ext cx="8880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When multiple clipping rectangles exist, they will be output as separate figures.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File names are automatically detected based on their distance from the clipping.</a:t>
            </a:r>
          </a:p>
        </p:txBody>
      </p:sp>
    </p:spTree>
    <p:extLst>
      <p:ext uri="{BB962C8B-B14F-4D97-AF65-F5344CB8AC3E}">
        <p14:creationId xmlns:p14="http://schemas.microsoft.com/office/powerpoint/2010/main" val="84968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7CEB03-86AF-4527-AC62-438D0AF18C9E}"/>
              </a:ext>
            </a:extLst>
          </p:cNvPr>
          <p:cNvSpPr txBox="1"/>
          <p:nvPr/>
        </p:nvSpPr>
        <p:spPr>
          <a:xfrm>
            <a:off x="2419657" y="4059641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filename=</a:t>
            </a:r>
            <a:r>
              <a:rPr lang="en-US" altLang="ja-JP" dirty="0" err="1"/>
              <a:t>ptof.svg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C24B33D-F38F-48E7-A8BC-9371CD6FEF1B}"/>
              </a:ext>
            </a:extLst>
          </p:cNvPr>
          <p:cNvSpPr txBox="1"/>
          <p:nvPr/>
        </p:nvSpPr>
        <p:spPr>
          <a:xfrm>
            <a:off x="834784" y="5138191"/>
            <a:ext cx="1052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Using rectangles of different colors (magenta in this slide) allows you to switch the output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The logo image of </a:t>
            </a:r>
            <a:r>
              <a:rPr kumimoji="1" lang="en-US" altLang="ja-JP" dirty="0" err="1"/>
              <a:t>PtoF</a:t>
            </a:r>
            <a:r>
              <a:rPr kumimoji="1" lang="en-US" altLang="ja-JP" dirty="0"/>
              <a:t> was generated using </a:t>
            </a:r>
            <a:r>
              <a:rPr kumimoji="1" lang="en-US" altLang="ja-JP" dirty="0" err="1"/>
              <a:t>PtoF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12081-C23E-46EF-ACAE-3E3DA46B3E89}"/>
              </a:ext>
            </a:extLst>
          </p:cNvPr>
          <p:cNvSpPr txBox="1"/>
          <p:nvPr/>
        </p:nvSpPr>
        <p:spPr>
          <a:xfrm>
            <a:off x="4595112" y="1543127"/>
            <a:ext cx="899150" cy="1836399"/>
          </a:xfrm>
          <a:custGeom>
            <a:avLst/>
            <a:gdLst/>
            <a:ahLst/>
            <a:cxnLst/>
            <a:rect l="l" t="t" r="r" b="b"/>
            <a:pathLst>
              <a:path w="899150" h="1836399">
                <a:moveTo>
                  <a:pt x="0" y="0"/>
                </a:moveTo>
                <a:lnTo>
                  <a:pt x="751815" y="0"/>
                </a:lnTo>
                <a:cubicBezTo>
                  <a:pt x="786324" y="0"/>
                  <a:pt x="819653" y="1669"/>
                  <a:pt x="851800" y="5007"/>
                </a:cubicBezTo>
                <a:lnTo>
                  <a:pt x="899150" y="12663"/>
                </a:lnTo>
                <a:lnTo>
                  <a:pt x="899150" y="437826"/>
                </a:lnTo>
                <a:lnTo>
                  <a:pt x="892163" y="428750"/>
                </a:lnTo>
                <a:cubicBezTo>
                  <a:pt x="874806" y="412419"/>
                  <a:pt x="854522" y="398503"/>
                  <a:pt x="831310" y="386999"/>
                </a:cubicBezTo>
                <a:cubicBezTo>
                  <a:pt x="784886" y="363993"/>
                  <a:pt x="727576" y="352490"/>
                  <a:pt x="659378" y="352490"/>
                </a:cubicBezTo>
                <a:lnTo>
                  <a:pt x="435066" y="352490"/>
                </a:lnTo>
                <a:lnTo>
                  <a:pt x="435066" y="919432"/>
                </a:lnTo>
                <a:lnTo>
                  <a:pt x="660611" y="919432"/>
                </a:lnTo>
                <a:cubicBezTo>
                  <a:pt x="728808" y="919432"/>
                  <a:pt x="785913" y="907518"/>
                  <a:pt x="831926" y="883690"/>
                </a:cubicBezTo>
                <a:cubicBezTo>
                  <a:pt x="854932" y="871776"/>
                  <a:pt x="875063" y="857500"/>
                  <a:pt x="892318" y="840861"/>
                </a:cubicBezTo>
                <a:lnTo>
                  <a:pt x="899150" y="831833"/>
                </a:lnTo>
                <a:lnTo>
                  <a:pt x="899150" y="1249304"/>
                </a:lnTo>
                <a:lnTo>
                  <a:pt x="841247" y="1258365"/>
                </a:lnTo>
                <a:cubicBezTo>
                  <a:pt x="808535" y="1261652"/>
                  <a:pt x="774616" y="1263295"/>
                  <a:pt x="739490" y="1263295"/>
                </a:cubicBezTo>
                <a:lnTo>
                  <a:pt x="435066" y="1263295"/>
                </a:lnTo>
                <a:lnTo>
                  <a:pt x="435066" y="1836399"/>
                </a:lnTo>
                <a:lnTo>
                  <a:pt x="0" y="1836399"/>
                </a:lnTo>
                <a:lnTo>
                  <a:pt x="0" y="0"/>
                </a:lnTo>
                <a:close/>
              </a:path>
            </a:pathLst>
          </a:custGeom>
          <a:solidFill>
            <a:srgbClr val="D24726"/>
          </a:solidFill>
          <a:ln>
            <a:solidFill>
              <a:schemeClr val="bg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ja-JP" altLang="en-US" sz="19900" b="1" dirty="0">
              <a:solidFill>
                <a:srgbClr val="D24726"/>
              </a:solidFill>
              <a:latin typeface="Inter ExtraBold" panose="02000503000000020004" pitchFamily="2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DEA95D1-62AA-41FF-8639-5C18A3FA9F73}"/>
              </a:ext>
            </a:extLst>
          </p:cNvPr>
          <p:cNvSpPr/>
          <p:nvPr/>
        </p:nvSpPr>
        <p:spPr>
          <a:xfrm>
            <a:off x="1100589" y="1040573"/>
            <a:ext cx="10739416" cy="282804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39E4C6-AB1E-4C32-87BD-2757D7A13EFA}"/>
              </a:ext>
            </a:extLst>
          </p:cNvPr>
          <p:cNvSpPr txBox="1"/>
          <p:nvPr/>
        </p:nvSpPr>
        <p:spPr>
          <a:xfrm>
            <a:off x="3325789" y="1768753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5400" dirty="0">
                <a:latin typeface="Inter Black" panose="02000503000000020004" pitchFamily="2" charset="0"/>
                <a:ea typeface="Inter Black" panose="02000503000000020004" pitchFamily="2" charset="0"/>
              </a:rPr>
              <a:t>to</a:t>
            </a:r>
            <a:endParaRPr kumimoji="1" lang="ja-JP" altLang="en-US" sz="5400" dirty="0">
              <a:latin typeface="Inter Black" panose="02000503000000020004" pitchFamily="2" charset="0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907AEFB-8244-44FA-A929-3C66C38058C4}"/>
              </a:ext>
            </a:extLst>
          </p:cNvPr>
          <p:cNvCxnSpPr/>
          <p:nvPr/>
        </p:nvCxnSpPr>
        <p:spPr>
          <a:xfrm>
            <a:off x="3371774" y="2703882"/>
            <a:ext cx="802826" cy="0"/>
          </a:xfrm>
          <a:prstGeom prst="straightConnector1">
            <a:avLst/>
          </a:prstGeom>
          <a:ln w="76200">
            <a:solidFill>
              <a:srgbClr val="0E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F918D53-8EBD-49BF-A11C-1705838A63B1}"/>
              </a:ext>
            </a:extLst>
          </p:cNvPr>
          <p:cNvSpPr txBox="1"/>
          <p:nvPr/>
        </p:nvSpPr>
        <p:spPr>
          <a:xfrm>
            <a:off x="6174364" y="2153787"/>
            <a:ext cx="544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 err="1">
                <a:latin typeface="Arial Rounded MT Bold" panose="020F0704030504030204" pitchFamily="34" charset="0"/>
              </a:rPr>
              <a:t>PtoF</a:t>
            </a:r>
            <a:r>
              <a:rPr kumimoji="1" lang="en-US" altLang="ja-JP" sz="3600" dirty="0">
                <a:latin typeface="Arial Rounded MT Bold" panose="020F0704030504030204" pitchFamily="34" charset="0"/>
              </a:rPr>
              <a:t> </a:t>
            </a:r>
            <a:r>
              <a:rPr kumimoji="1" lang="ja-JP" altLang="en-US" sz="3600" dirty="0">
                <a:latin typeface="Arial Rounded MT Bold" panose="020F0704030504030204" pitchFamily="34" charset="0"/>
              </a:rPr>
              <a:t>－ </a:t>
            </a:r>
            <a:r>
              <a:rPr kumimoji="1" lang="en-US" altLang="ja-JP" sz="3600" dirty="0">
                <a:latin typeface="Arial Rounded MT Bold" panose="020F0704030504030204" pitchFamily="34" charset="0"/>
              </a:rPr>
              <a:t>PPTX to Figures</a:t>
            </a:r>
            <a:endParaRPr kumimoji="1" lang="ja-JP" alt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187308A-67FE-4916-9907-58CE42752B73}"/>
              </a:ext>
            </a:extLst>
          </p:cNvPr>
          <p:cNvSpPr txBox="1"/>
          <p:nvPr/>
        </p:nvSpPr>
        <p:spPr>
          <a:xfrm>
            <a:off x="1718303" y="1540825"/>
            <a:ext cx="1416761" cy="1836399"/>
          </a:xfrm>
          <a:custGeom>
            <a:avLst/>
            <a:gdLst/>
            <a:ahLst/>
            <a:cxnLst/>
            <a:rect l="l" t="t" r="r" b="b"/>
            <a:pathLst>
              <a:path w="1416761" h="1836399">
                <a:moveTo>
                  <a:pt x="0" y="0"/>
                </a:moveTo>
                <a:lnTo>
                  <a:pt x="751815" y="0"/>
                </a:lnTo>
                <a:cubicBezTo>
                  <a:pt x="889853" y="0"/>
                  <a:pt x="1008993" y="26703"/>
                  <a:pt x="1109235" y="80111"/>
                </a:cubicBezTo>
                <a:cubicBezTo>
                  <a:pt x="1209477" y="133519"/>
                  <a:pt x="1286507" y="207878"/>
                  <a:pt x="1340325" y="303190"/>
                </a:cubicBezTo>
                <a:cubicBezTo>
                  <a:pt x="1380689" y="374675"/>
                  <a:pt x="1405917" y="454709"/>
                  <a:pt x="1416008" y="543293"/>
                </a:cubicBezTo>
                <a:lnTo>
                  <a:pt x="1416761" y="556940"/>
                </a:lnTo>
                <a:lnTo>
                  <a:pt x="1416761" y="711088"/>
                </a:lnTo>
                <a:lnTo>
                  <a:pt x="1415892" y="726548"/>
                </a:lnTo>
                <a:cubicBezTo>
                  <a:pt x="1405570" y="815287"/>
                  <a:pt x="1379765" y="894782"/>
                  <a:pt x="1338477" y="965034"/>
                </a:cubicBezTo>
                <a:cubicBezTo>
                  <a:pt x="1283426" y="1058703"/>
                  <a:pt x="1204957" y="1131830"/>
                  <a:pt x="1103072" y="1184416"/>
                </a:cubicBezTo>
                <a:cubicBezTo>
                  <a:pt x="1001187" y="1237002"/>
                  <a:pt x="879993" y="1263295"/>
                  <a:pt x="739490" y="1263295"/>
                </a:cubicBezTo>
                <a:lnTo>
                  <a:pt x="435067" y="1263295"/>
                </a:lnTo>
                <a:lnTo>
                  <a:pt x="435067" y="1836399"/>
                </a:lnTo>
                <a:lnTo>
                  <a:pt x="0" y="1836399"/>
                </a:lnTo>
                <a:lnTo>
                  <a:pt x="0" y="0"/>
                </a:lnTo>
                <a:close/>
                <a:moveTo>
                  <a:pt x="435067" y="352490"/>
                </a:moveTo>
                <a:lnTo>
                  <a:pt x="435067" y="919432"/>
                </a:lnTo>
                <a:lnTo>
                  <a:pt x="660611" y="919432"/>
                </a:lnTo>
                <a:cubicBezTo>
                  <a:pt x="728808" y="919432"/>
                  <a:pt x="785913" y="907518"/>
                  <a:pt x="831926" y="883690"/>
                </a:cubicBezTo>
                <a:cubicBezTo>
                  <a:pt x="877939" y="859862"/>
                  <a:pt x="912448" y="826585"/>
                  <a:pt x="935455" y="783859"/>
                </a:cubicBezTo>
                <a:cubicBezTo>
                  <a:pt x="958461" y="741133"/>
                  <a:pt x="969964" y="691423"/>
                  <a:pt x="969964" y="634728"/>
                </a:cubicBezTo>
                <a:cubicBezTo>
                  <a:pt x="969964" y="577212"/>
                  <a:pt x="958461" y="527297"/>
                  <a:pt x="935455" y="484982"/>
                </a:cubicBezTo>
                <a:cubicBezTo>
                  <a:pt x="912448" y="442666"/>
                  <a:pt x="877733" y="410006"/>
                  <a:pt x="831310" y="386999"/>
                </a:cubicBezTo>
                <a:cubicBezTo>
                  <a:pt x="784886" y="363993"/>
                  <a:pt x="727576" y="352490"/>
                  <a:pt x="659378" y="352490"/>
                </a:cubicBezTo>
                <a:lnTo>
                  <a:pt x="435067" y="352490"/>
                </a:lnTo>
                <a:close/>
              </a:path>
            </a:pathLst>
          </a:custGeom>
          <a:solidFill>
            <a:srgbClr val="D24726"/>
          </a:solidFill>
          <a:ln>
            <a:solidFill>
              <a:srgbClr val="D24726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ja-JP" altLang="en-US" sz="19900" b="1" dirty="0">
              <a:solidFill>
                <a:srgbClr val="D24726"/>
              </a:solidFill>
              <a:latin typeface="Inter ExtraBold" panose="02000503000000020004" pitchFamily="2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7B85E11-6114-47E7-B394-51FFD17EB00B}"/>
              </a:ext>
            </a:extLst>
          </p:cNvPr>
          <p:cNvSpPr/>
          <p:nvPr/>
        </p:nvSpPr>
        <p:spPr>
          <a:xfrm>
            <a:off x="1595714" y="1396642"/>
            <a:ext cx="1019221" cy="2160621"/>
          </a:xfrm>
          <a:prstGeom prst="rect">
            <a:avLst/>
          </a:prstGeom>
          <a:noFill/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4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7B21F306-9CFD-4A8F-B925-A29A5ED5F7BD}"/>
              </a:ext>
            </a:extLst>
          </p:cNvPr>
          <p:cNvSpPr/>
          <p:nvPr/>
        </p:nvSpPr>
        <p:spPr>
          <a:xfrm>
            <a:off x="2542622" y="2224057"/>
            <a:ext cx="1427644" cy="14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A97F09D-784C-40F1-8746-94854FBE30CF}"/>
              </a:ext>
            </a:extLst>
          </p:cNvPr>
          <p:cNvSpPr/>
          <p:nvPr/>
        </p:nvSpPr>
        <p:spPr>
          <a:xfrm>
            <a:off x="5881721" y="2064775"/>
            <a:ext cx="1427644" cy="14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A27F0C7-E9C4-49E8-95E0-7F5341DB09CE}"/>
                  </a:ext>
                </a:extLst>
              </p:cNvPr>
              <p:cNvSpPr txBox="1"/>
              <p:nvPr/>
            </p:nvSpPr>
            <p:spPr>
              <a:xfrm>
                <a:off x="1853873" y="1045047"/>
                <a:ext cx="6096982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A27F0C7-E9C4-49E8-95E0-7F5341DB0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873" y="1045047"/>
                <a:ext cx="6096982" cy="8188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10CD66-70AA-44AE-896C-B7703423DF9F}"/>
              </a:ext>
            </a:extLst>
          </p:cNvPr>
          <p:cNvSpPr txBox="1"/>
          <p:nvPr/>
        </p:nvSpPr>
        <p:spPr>
          <a:xfrm>
            <a:off x="2313545" y="4978909"/>
            <a:ext cx="5812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Slides without a clipping rectangle will be ignored.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5F58C4-0A2D-4D76-B787-F04A5DDB11CC}"/>
              </a:ext>
            </a:extLst>
          </p:cNvPr>
          <p:cNvSpPr/>
          <p:nvPr/>
        </p:nvSpPr>
        <p:spPr>
          <a:xfrm>
            <a:off x="1486637" y="926199"/>
            <a:ext cx="6925843" cy="99109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46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191</Words>
  <Application>Microsoft Office PowerPoint</Application>
  <PresentationFormat>ワイド画面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游ゴシック</vt:lpstr>
      <vt:lpstr>游ゴシック Light</vt:lpstr>
      <vt:lpstr>Arial</vt:lpstr>
      <vt:lpstr>Arial Black</vt:lpstr>
      <vt:lpstr>Arial Rounded MT Bold</vt:lpstr>
      <vt:lpstr>Cambria Math</vt:lpstr>
      <vt:lpstr>Inter Black</vt:lpstr>
      <vt:lpstr>Inter ExtraBold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Yasuaki Ito</dc:creator>
  <cp:lastModifiedBy>Yasuaki Ito</cp:lastModifiedBy>
  <cp:revision>41</cp:revision>
  <dcterms:created xsi:type="dcterms:W3CDTF">2026-01-28T00:20:47Z</dcterms:created>
  <dcterms:modified xsi:type="dcterms:W3CDTF">2026-01-31T09:27:44Z</dcterms:modified>
</cp:coreProperties>
</file>